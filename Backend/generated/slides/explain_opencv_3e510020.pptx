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OpenCV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Open-source computer vision library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OpenCV is a versatile, free library for computer vision across many languages.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From Inception to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Evolution of OpenCV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OpenCV has evolved from a research prototype to a widely adopted, cross‑platform library.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What OpenCV can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64008" cy="4480560"/>
          </a:xfrm>
          <a:prstGeom prst="rect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gital_camera_image_file_transfer_304x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73351"/>
            <a:ext cx="2322576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Image 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Read, write, and convert many formats.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64008" cy="4480560"/>
          </a:xfrm>
          <a:prstGeom prst="rect">
            <a:avLst/>
          </a:prstGeom>
          <a:solidFill>
            <a:srgbClr val="2B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oto_editing_software_applying_filters_304x1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673351"/>
            <a:ext cx="2322576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016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Apply blur, edge detection, and morphology.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64008" cy="4480560"/>
          </a:xfrm>
          <a:prstGeom prst="rect">
            <a:avLst/>
          </a:prstGeom>
          <a:solidFill>
            <a:srgbClr val="DC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and_holding_magnifying_glass_over_image_304x1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673351"/>
            <a:ext cx="2322576" cy="1051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480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Feature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Detect corners, blobs, and keypoints.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508760"/>
            <a:ext cx="64008" cy="4480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ata_scientist_training_AI_model_304x13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1673351"/>
            <a:ext cx="2322576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9944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Train classifiers and neural networks.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Library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Organized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64008" cy="4480560"/>
          </a:xfrm>
          <a:prstGeom prst="rect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de_snippet_of_core_data_structures_304x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73351"/>
            <a:ext cx="2322576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Fundamental data types and utilities.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64008" cy="4480560"/>
          </a:xfrm>
          <a:prstGeom prst="rect">
            <a:avLst/>
          </a:prstGeom>
          <a:solidFill>
            <a:srgbClr val="2B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_processing_before_and_after_filter_304x1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673351"/>
            <a:ext cx="2322576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016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Imgproc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Filters, transformations, and color conversion.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64008" cy="4480560"/>
          </a:xfrm>
          <a:prstGeom prst="rect">
            <a:avLst/>
          </a:prstGeom>
          <a:solidFill>
            <a:srgbClr val="DC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mera_recording_video_footage_304x1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673351"/>
            <a:ext cx="2322576" cy="1051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480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Capture, encode, and decode video streams.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508760"/>
            <a:ext cx="64008" cy="4480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eural_network_visualization_on_monitor_304x13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1673351"/>
            <a:ext cx="2322576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9944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DNN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Run pre‑trained deep neural networks.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Installation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Quick start for Python and C++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Reading and Displaying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First steps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Loading and showing images requires only three OpenCV functions.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Feature Detection &amp;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SIFT, SURF, ORB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Real‑World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From healthcare to autonomous cars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64008" cy="4480560"/>
          </a:xfrm>
          <a:prstGeom prst="rect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diologist_reviewing_medical_imaging_on_screen_304x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73351"/>
            <a:ext cx="2322576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Segmentation of MRI and CT scans.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64008" cy="4480560"/>
          </a:xfrm>
          <a:prstGeom prst="rect">
            <a:avLst/>
          </a:prstGeom>
          <a:solidFill>
            <a:srgbClr val="2B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lf_driving_car_sensor_array_on_road_304x1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673351"/>
            <a:ext cx="2322576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016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Autonomous Vehicles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Real‑time lane and obstacle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64008" cy="4480560"/>
          </a:xfrm>
          <a:prstGeom prst="rect">
            <a:avLst/>
          </a:prstGeom>
          <a:solidFill>
            <a:srgbClr val="DC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tore_aisle_with_computer_vision_camera_304x1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673351"/>
            <a:ext cx="2322576" cy="1051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480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Shelf inventory analysis with cameras.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508760"/>
            <a:ext cx="64008" cy="4480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rson_using_AR_headset_in_indoor_environment_304x13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1673351"/>
            <a:ext cx="2322576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9944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Augmented Reality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Overlay graphics on live video streams.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OpenCV official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