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40080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Neural Networks: An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56692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697078"/>
                </a:solidFill>
                <a:latin typeface="Aptos"/>
              </a:rPr>
              <a:t>Mimicking the brain for intelligent computing</a:t>
            </a:r>
          </a:p>
        </p:txBody>
      </p:sp>
      <p:pic>
        <p:nvPicPr>
          <p:cNvPr id="4" name="Picture 3" descr="slide_1_hero_660x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502920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3840480"/>
            <a:ext cx="5303520" cy="105156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464B4"/>
                </a:solidFill>
                <a:latin typeface="Aptos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A32"/>
                </a:solidFill>
                <a:latin typeface="Aptos"/>
              </a:rPr>
              <a:t>Neural networks are computational models inspired by the brain.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Wikipedia, MIT OpenCourseWare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What Is a Neural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Layers of interconnected artificial neurons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49640" y="274319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19" y="411479"/>
            <a:ext cx="2606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42337"/>
                </a:solidFill>
                <a:latin typeface="Aptos"/>
              </a:rPr>
              <a:t>Artificial Neuron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19" y="713231"/>
            <a:ext cx="2606040" cy="6126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97078"/>
                </a:solidFill>
                <a:latin typeface="Aptos"/>
              </a:rPr>
              <a:t>Computes weighted sum of inputs and applies an activation function.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5440680"/>
            <a:ext cx="56692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Neural networks consist of layers of simple processing units.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DeepLearning.ai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Why Neural Networks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Rapid adoption across industries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$1.9 trillion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AI market size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Global AI market valuation, driven largely by deep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Enterprise deep‑learning adoption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Percentage of leading firms using deep learning in 2022.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IDC, Statista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How Neural Networks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Training with backpropagation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69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28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28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4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Forward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2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Data moves through layers to produce an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5827" y="29718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464B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14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4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0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Backpropagation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Error gradients flow backward to adjust weights.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Goodfellow et al., Deep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200" b="1">
                <a:solidFill>
                  <a:srgbClr val="142337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697078"/>
                </a:solidFill>
                <a:latin typeface="Aptos"/>
              </a:rPr>
              <a:t>Neural networks drive modern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834640"/>
            <a:ext cx="85039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200400"/>
            <a:ext cx="777240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337"/>
                </a:solidFill>
                <a:latin typeface="Aptos"/>
              </a:rPr>
              <a:t>Neural networks enable machines to learn from data, transforming many industries.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MIT Technology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