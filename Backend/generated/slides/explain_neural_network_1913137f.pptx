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640080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42337"/>
                </a:solidFill>
                <a:latin typeface="Aptos"/>
              </a:rPr>
              <a:t>Neural Networks: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65960"/>
            <a:ext cx="56692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697078"/>
                </a:solidFill>
                <a:latin typeface="Aptos"/>
              </a:rPr>
              <a:t>Mimicking the brain's learning</a:t>
            </a:r>
          </a:p>
        </p:txBody>
      </p:sp>
      <p:pic>
        <p:nvPicPr>
          <p:cNvPr id="4" name="Picture 3" descr="slide_1_hero_660x7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2920"/>
            <a:ext cx="5029200" cy="5349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3840480"/>
            <a:ext cx="5303520" cy="1051560"/>
          </a:xfrm>
          <a:prstGeom prst="round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3464B4"/>
                </a:solidFill>
                <a:latin typeface="Aptos"/>
              </a:rP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4754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2A32"/>
                </a:solidFill>
                <a:latin typeface="Aptos"/>
              </a:rPr>
              <a:t>Neural networks mimic brain structure to enable machine learning.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Wikipedia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337"/>
                </a:solidFill>
                <a:latin typeface="Aptos"/>
              </a:rPr>
              <a:t>What is a Neural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97078"/>
                </a:solidFill>
                <a:latin typeface="Aptos"/>
              </a:rPr>
              <a:t>Layers of artificial neurons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49640" y="274319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19" y="411479"/>
            <a:ext cx="2606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42337"/>
                </a:solidFill>
                <a:latin typeface="Aptos"/>
              </a:rPr>
              <a:t>Neuron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19" y="713231"/>
            <a:ext cx="2606040" cy="6126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97078"/>
                </a:solidFill>
                <a:latin typeface="Aptos"/>
              </a:rPr>
              <a:t>Basic unit that sums weighted inputs and applies activation.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554479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19" y="1691639"/>
            <a:ext cx="2606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42337"/>
                </a:solidFill>
                <a:latin typeface="Aptos"/>
              </a:rPr>
              <a:t>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19" y="1993391"/>
            <a:ext cx="2606040" cy="6126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97078"/>
                </a:solidFill>
                <a:latin typeface="Aptos"/>
              </a:rPr>
              <a:t>Group of neurons processing data at the same depth.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2834639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EF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19" y="2971799"/>
            <a:ext cx="26060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42337"/>
                </a:solidFill>
                <a:latin typeface="Aptos"/>
              </a:rPr>
              <a:t>Activation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19" y="3273551"/>
            <a:ext cx="2606040" cy="6126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97078"/>
                </a:solidFill>
                <a:latin typeface="Aptos"/>
              </a:rPr>
              <a:t>Introduces non‑linearity, e.g., ReLU or sigmoid.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5440680"/>
            <a:ext cx="56692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337"/>
                </a:solidFill>
                <a:latin typeface="Aptos"/>
              </a:rPr>
              <a:t>Neurons organized in layers transform data through weighted connections.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547104"/>
            <a:ext cx="96012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97078"/>
                </a:solidFill>
                <a:latin typeface="Aptos"/>
              </a:rPr>
              <a:t>Sources: DeepLearning.ai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28816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