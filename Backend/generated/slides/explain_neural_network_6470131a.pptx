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Networks: The Brain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Understanding the fundamentals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mimic brain connections to learn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MIT 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How Neural Networks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Layers, neurons, and weights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27431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19" y="411479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Neuron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19" y="713231"/>
            <a:ext cx="260604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Basic unit that sums weighted inputs and applies an activation.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