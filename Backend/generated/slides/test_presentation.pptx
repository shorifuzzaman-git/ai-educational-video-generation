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Agriculture in Bangladesh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A major pillar of the national economy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Agriculture supports food security, employment and rural livelihoods.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World Bank, FAO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Agriculture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Key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560320" cy="114300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27048"/>
            <a:ext cx="2194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3464B4"/>
                </a:solidFill>
                <a:latin typeface="Aptos"/>
              </a:rPr>
              <a:t>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2337"/>
                </a:solidFill>
                <a:latin typeface="Aptos"/>
              </a:rPr>
              <a:t>Major Crop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67128"/>
            <a:ext cx="2194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Staple food crop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417320"/>
            <a:ext cx="2560320" cy="114300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27048"/>
            <a:ext cx="2194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3464B4"/>
                </a:solidFill>
                <a:latin typeface="Aptos"/>
              </a:rPr>
              <a:t>Crops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2337"/>
                </a:solidFill>
                <a:latin typeface="Aptos"/>
              </a:rPr>
              <a:t>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67128"/>
            <a:ext cx="2194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Major agricultural activity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2560320" cy="114300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27048"/>
            <a:ext cx="2194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3464B4"/>
                </a:solidFill>
                <a:latin typeface="Aptos"/>
              </a:rPr>
              <a:t>Rural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2337"/>
                </a:solidFill>
                <a:latin typeface="Aptos"/>
              </a:rPr>
              <a:t>Livelihood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67128"/>
            <a:ext cx="2194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Large rural workforce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417320"/>
            <a:ext cx="2560320" cy="114300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999" y="1527048"/>
            <a:ext cx="2194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3464B4"/>
                </a:solidFill>
                <a:latin typeface="Aptos"/>
              </a:rPr>
              <a:t>Water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1920240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2337"/>
                </a:solidFill>
                <a:latin typeface="Aptos"/>
              </a:rPr>
              <a:t>Key 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2167128"/>
            <a:ext cx="2194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Important for cultivation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2788920"/>
            <a:ext cx="6035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2926079"/>
            <a:ext cx="56692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337"/>
                </a:solidFill>
                <a:latin typeface="Aptos"/>
              </a:rPr>
              <a:t>Crops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227832"/>
            <a:ext cx="5669279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97078"/>
                </a:solidFill>
                <a:latin typeface="Aptos"/>
              </a:rPr>
              <a:t>Rice, vegetables and other crops are widely cultivated.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3794760"/>
            <a:ext cx="6035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3931920"/>
            <a:ext cx="56692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337"/>
                </a:solidFill>
                <a:latin typeface="Aptos"/>
              </a:rPr>
              <a:t>Fisheries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233672"/>
            <a:ext cx="5669279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97078"/>
                </a:solidFill>
                <a:latin typeface="Aptos"/>
              </a:rPr>
              <a:t>Fish production contributes to food supply and livelihoods.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4800600"/>
            <a:ext cx="6035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4937760"/>
            <a:ext cx="56692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337"/>
                </a:solidFill>
                <a:latin typeface="Aptos"/>
              </a:rPr>
              <a:t>Livestock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239512"/>
            <a:ext cx="5669279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97078"/>
                </a:solidFill>
                <a:latin typeface="Aptos"/>
              </a:rPr>
              <a:t>Cattle, poultry and dairy support rural households.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FAO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Key Agricultural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Important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Major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Main staple crop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Fisheries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Food and employment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Growing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Livestock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Supports rural income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Widespread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7200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Farming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9204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Across rural 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FAO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Agricultural Production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From preparation to harvest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9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9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Farmers prepare land and organize 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6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6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5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5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1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9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Seeds are planted at the appropriate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2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2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1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1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7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Grow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5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Crops receive water, nutrients and care.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8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8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57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7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3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Harvest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1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Mature crops are collected from the fields.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4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84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43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3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9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Distribute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7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Products move through markets and supply chains.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FAO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200" b="1">
                <a:solidFill>
                  <a:srgbClr val="142337"/>
                </a:solidFill>
                <a:latin typeface="Aptos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697078"/>
                </a:solidFill>
                <a:latin typeface="Aptos"/>
              </a:rPr>
              <a:t>Agriculture remains an important part of Bangladesh's development.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834640"/>
            <a:ext cx="8503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200400"/>
            <a:ext cx="77724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337"/>
                </a:solidFill>
                <a:latin typeface="Aptos"/>
              </a:rPr>
              <a:t>A productive and resilient agricultural sector is important for Bangladesh's future.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FAO, World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