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40080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Neural Networks: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56692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697078"/>
                </a:solidFill>
                <a:latin typeface="Aptos"/>
              </a:rPr>
              <a:t>Understanding the foundation of modern AI</a:t>
            </a:r>
          </a:p>
        </p:txBody>
      </p:sp>
      <p:pic>
        <p:nvPicPr>
          <p:cNvPr id="4" name="Picture 3" descr="slide_1_hero_660x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502920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3840480"/>
            <a:ext cx="5303520" cy="105156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464B4"/>
                </a:solidFill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Neural networks mimic brain connections to learn patterns.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Wikipedia, MIT Technology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What Is a Neural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A computational model inspired by biology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5440680"/>
            <a:ext cx="56692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It consists of layers of interconnected nodes (neurons).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Wikipedia, DeepLearning.ai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Key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Growth and impact of neural networks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$1.5 trillion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Global AI market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Estimated total market size for artificial intelligence worldwide.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Over 1 million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Deep learning models trained annually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Number of distinct deep learning models trained across industries each year.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