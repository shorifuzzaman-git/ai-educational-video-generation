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Neural Networks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The foundation of modern AI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Neural networks power many AI breakthroughs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Wikipedia, MIT Technology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What is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A brain‑inspired computational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Neural networks consist of layers of interconnected nodes.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Wikipedia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Key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Scale and performance of modern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170 billion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Parameters in GPT‑4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Total trainable weights, illustrating model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45 terabytes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Training data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Text data processed to train large language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88 %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ImageNet top‑1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State‑of‑the‑art vision models surpass human‑level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OpenAI, Stanford AI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How Neural Networks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Training, validation,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26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85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85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1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Training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9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Network adjusts weights using back‑propagation on labeled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2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2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1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1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7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Validation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5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Performance evaluated on separate data to prevent overfitting.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8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8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7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7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3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Inference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1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Trained model makes predictions on new inputs quickly.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DeepLearning.ai, Google AI Blog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